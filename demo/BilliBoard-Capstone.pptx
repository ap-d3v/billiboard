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F4A37"/>
                </a:solidFill>
                <a:latin typeface="Calibri"/>
              </a:rPr>
              <a:t>BilliBoard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383280"/>
            <a:ext cx="2926080" cy="50800"/>
          </a:xfrm>
          <a:prstGeom prst="rect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62626"/>
                </a:solidFill>
                <a:latin typeface="Calibri"/>
              </a:rPr>
              <a:t>A self-serve pool-table waitlist for bars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</a:rPr>
              <a:t>Capstone demo  ·  Alasco Prescott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A37"/>
                </a:solidFill>
                <a:latin typeface="Calibri"/>
              </a:rPr>
              <a:t>The problem: the bar chalkboard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194560" cy="38100"/>
          </a:xfrm>
          <a:prstGeom prst="rect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To call “next game,” you write your name on a chalkboard by the table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Bar handwriting is rough, nicknames are long, and the board fills up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It isn’t persistent — one wipe, one busy bartender, and the order is gone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So the night turns into arguments about who is actually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A37"/>
                </a:solidFill>
                <a:latin typeface="Calibri"/>
              </a:rPr>
              <a:t>What a fix has to respect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194560" cy="38100"/>
          </a:xfrm>
          <a:prstGeom prst="rect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A bar is not an office — nobody will install an app or fill out a form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There is no host with a clipboard; the line has to basically run itself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It still has to keep people honest about their turn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Anything too “tech-y” or form-heavy dies on the bar floor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A37"/>
                </a:solidFill>
                <a:latin typeface="Calibri"/>
              </a:rPr>
              <a:t>BilliBoard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194560" cy="38100"/>
          </a:xfrm>
          <a:prstGeom prst="rect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Three QR codes taped to the table — scanned with the phone you already have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No account, no install: your spot lives on a server, not a smudge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Nudges and short timers keep the line moving, with no bouncer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Laissez-faire moderation — few rules, but tight enough that they 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A37"/>
                </a:solidFill>
                <a:latin typeface="Calibri"/>
              </a:rPr>
              <a:t>Built with — core curriculum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194560" cy="38100"/>
          </a:xfrm>
          <a:prstGeom prst="rect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Java + Spring Boot — the REST API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MySQL — JdbcClient repositories, tested against a real test database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React (Vite + React Router) — one single-page app, patron and owner views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DIY signed-token auth + hashed passwords on the bar-owner side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A37"/>
                </a:solidFill>
                <a:latin typeface="Calibri"/>
              </a:rPr>
              <a:t>Outside the curriculum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194560" cy="38100"/>
          </a:xfrm>
          <a:prstGeom prst="rect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react-qr-code — renders a QR for any string, entirely in the browser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5A5A5A"/>
                </a:solidFill>
                <a:latin typeface="Calibri"/>
              </a:rPr>
              <a:t>–  Why: every table needs 3 different links; I wanted them built per-table on the fly, not saved as image files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5A5A5A"/>
                </a:solidFill>
                <a:latin typeface="Calibri"/>
              </a:rPr>
              <a:t>–  Mental model: it is an &lt;img&gt; that draws itself from a URL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OneSignal — hosted web-push notifications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5A5A5A"/>
                </a:solidFill>
                <a:latin typeface="Calibri"/>
              </a:rPr>
              <a:t>–  Why: browser push needs a service worker, VAPID keys, and a delivery service; OneSignal is the standard hosted option, free at this scale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5A5A5A"/>
                </a:solidFill>
                <a:latin typeface="Calibri"/>
              </a:rPr>
              <a:t>–  Mental model: a mailbox per browser — you send to a subscription id, not to a person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A37"/>
                </a:solidFill>
                <a:latin typeface="Calibri"/>
              </a:rPr>
              <a:t>Noteworthy: push notifications with no sign-up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194560" cy="38100"/>
          </a:xfrm>
          <a:prstGeom prst="rect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First scan → the server mints a UUID “session id” — the patron’s identity, saved in the browser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Same moment → the browser hands back a OneSignal subscription id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The two are stored together on the reservation row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Now the server can push “you’re next / you’re up / still playing?” to one specific phone that never made an account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92040"/>
            <a:ext cx="24688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262626"/>
                </a:solidFill>
                <a:latin typeface="Calibri"/>
              </a:rPr>
              <a:t>Phone scans QR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91840" y="5239512"/>
            <a:ext cx="502920" cy="219456"/>
          </a:xfrm>
          <a:prstGeom prst="rightArrow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94760" y="4892040"/>
            <a:ext cx="24688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262626"/>
                </a:solidFill>
                <a:latin typeface="Calibri"/>
              </a:rPr>
              <a:t>session id +
subscription id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63640" y="5239512"/>
            <a:ext cx="502920" cy="219456"/>
          </a:xfrm>
          <a:prstGeom prst="rightArrow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4892040"/>
            <a:ext cx="24688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262626"/>
                </a:solidFill>
                <a:latin typeface="Calibri"/>
              </a:rPr>
              <a:t>reservation row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35440" y="5239512"/>
            <a:ext cx="502920" cy="219456"/>
          </a:xfrm>
          <a:prstGeom prst="rightArrow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38360" y="4892040"/>
            <a:ext cx="24688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262626"/>
                </a:solidFill>
                <a:latin typeface="Calibri"/>
              </a:rPr>
              <a:t>server pushes
to that phone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A37"/>
                </a:solidFill>
                <a:latin typeface="Calibri"/>
              </a:rPr>
              <a:t>Noteworthy: the line runs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194560" cy="38100"/>
          </a:xfrm>
          <a:prstGeom prst="rect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One current player; an ordered line behind them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Any waiting player can nudge → current player gets a push + 2 minutes to answer “still playing” or “done”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No answer → the table falls to the next person; if they didn’t ask for it, they get their own 2 minutes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It cascades down the line until it reaches whoever cared enough to nudge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The only action you can take from a notification is “I’m done” — everything else means walking over and scanning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120640"/>
            <a:ext cx="24688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262626"/>
                </a:solidFill>
                <a:latin typeface="Calibri"/>
              </a:rPr>
              <a:t>nudge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91840" y="5468112"/>
            <a:ext cx="502920" cy="219456"/>
          </a:xfrm>
          <a:prstGeom prst="rightArrow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94760" y="5120640"/>
            <a:ext cx="24688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262626"/>
                </a:solidFill>
                <a:latin typeface="Calibri"/>
              </a:rPr>
              <a:t>current player
2-min window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63640" y="5468112"/>
            <a:ext cx="502920" cy="219456"/>
          </a:xfrm>
          <a:prstGeom prst="rightArrow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5120640"/>
            <a:ext cx="24688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262626"/>
                </a:solidFill>
                <a:latin typeface="Calibri"/>
              </a:rPr>
              <a:t>falls to next
2-min window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35440" y="5468112"/>
            <a:ext cx="502920" cy="219456"/>
          </a:xfrm>
          <a:prstGeom prst="rightArrow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38360" y="5120640"/>
            <a:ext cx="24688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262626"/>
                </a:solidFill>
                <a:latin typeface="Calibri"/>
              </a:rPr>
              <a:t>… to the nudger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A37"/>
                </a:solidFill>
                <a:latin typeface="Calibri"/>
              </a:rPr>
              <a:t>With more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194560" cy="38100"/>
          </a:xfrm>
          <a:prstGeom prst="rect">
            <a:avLst/>
          </a:prstGeom>
          <a:solidFill>
            <a:srgbClr val="C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 A bar-owner insights dashboard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5A5A5A"/>
                </a:solidFill>
                <a:latin typeface="Calibri"/>
              </a:rPr>
              <a:t>–  Cash flow around the table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5A5A5A"/>
                </a:solidFill>
                <a:latin typeface="Calibri"/>
              </a:rPr>
              <a:t>–  Average wait time and tables turned per hour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5A5A5A"/>
                </a:solidFill>
                <a:latin typeface="Calibri"/>
              </a:rPr>
              <a:t>–  Peak nights and hours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5A5A5A"/>
                </a:solidFill>
                <a:latin typeface="Calibri"/>
              </a:rPr>
              <a:t>–  Other pool-driven metrics that help an owner make money off the table, not just track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